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7" r:id="rId9"/>
    <p:sldId id="263" r:id="rId10"/>
    <p:sldId id="270" r:id="rId11"/>
    <p:sldId id="271" r:id="rId12"/>
    <p:sldId id="268" r:id="rId13"/>
    <p:sldId id="269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5:41.2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5:41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0 224 24575,'0'-5'0,"0"-6"0,0-6 0,0-5 0,0-3 0,0-3 0,0 0 0,0-2 0,0 1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1:24.2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71 1 24575,'0'4'0,"0"7"0,0 6 0,-5-1 0,-1 3 0,0 2 0,1 3 0,-3-4 0,-1 0 0,-2-3 0,-1 0 0,3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1:21.1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24575,'4'1'0,"0"1"0,0 0 0,0 0 0,0 0 0,0 0 0,0 1 0,-1 0 0,1-1 0,-1 1 0,0 0 0,0 1 0,3 3 0,3 2 0,7 8 0,-2 1 0,0 0 0,17 29 0,-27-40 0,0 1 0,0 0 0,0 0 0,-1 0 0,-1 1 0,1-1 0,-2 1 0,1-1 0,-1 1 0,0 0 0,-1 11 0,1-6 0,0-1 0,5 25 0,-6-37 0,0-1 0,0 1 0,0-1 0,0 1 0,0-1 0,0 1 0,0-1 0,0 1 0,1-1 0,-1 1 0,0-1 0,0 0 0,0 1 0,0-1 0,1 1 0,-1-1 0,0 1 0,0-1 0,1 0 0,-1 1 0,0-1 0,1 0 0,-1 1 0,1-1 0,-1 0 0,0 1 0,1-1 0,-1 0 0,1 0 0,0 1 0,5-15 0,0-25 0,-5 13-1365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1:05.8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1:08.7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24575,'0'4'0,"0"7"0,0 6 0,0 4 0,5 0 0,1 0 0,0 1 0,-1 1 0,-2 2 0,-1 2 0,-1 0 0,0 0 0,-1 1 0,-1-1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0:59.4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0 163 24575,'0'-5'0,"0"-6"0,0-5 0,0-6 0,0-3 0,0-2 0,0-1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23:03.4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534 1 24575,'-1'0'0,"-1"1"0,1-1 0,0 1 0,0-1 0,-1 1 0,1 0 0,0-1 0,0 1 0,0 0 0,0 0 0,0 0 0,0 0 0,0 0 0,0 0 0,1 0 0,-1 0 0,0 0 0,1 0 0,-1 1 0,0-1 0,1 0 0,0 0 0,-1 1 0,1-1 0,0 0 0,-1 1 0,1 1 0,-5 44 0,4-42 0,0 31 0,2-26 0,-1-1 0,0 1 0,-1-1 0,0 0 0,-1 1 0,1-1 0,-2 0 0,1 0 0,-2 0 0,-4 12 0,-9 5 0,-1 0 0,-1-2 0,-1 0 0,-1-1 0,-1-1 0,-1-1 0,-39 28 0,-67 47 0,36-23 0,83-63 0,-4 0 0,14-11 0,-1 0 0,0 1 0,0-1 0,1 0 0,-1 0 0,1 0 0,-1 0 0,1 0 0,-1 0 0,1 0 0,-1 0 0,1 0 0,0 0 0,0 0 0,-1 0 0,1 0 0,0 0 0,0 0 0,0-2 0,-9-48 0,3 23 0,1 0 0,0-32 0,4 34 0,3-116 0,-2 138 9,1 1 0,0 0-1,0 0 1,0 0 0,0 0 0,0 0-1,1 0 1,-1 1 0,1-1 0,0 0-1,0 1 1,0-1 0,0 1 0,0 0-1,0-1 1,1 1 0,-1 0 0,1 1-1,4-4 1,19-16-1549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11:31.7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28:35.1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24575,'5'0'0,"6"0"0,6 0 0,5 0 0,4 0 0,-4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28:39.1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28:41.4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 0 24575,'-4'0'0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3T03:28:43.6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249 257 24575,'-4'0'0,"-7"0"0,-1-4 0,-4-7 0,-3-6 0,1-5 0,-1 1 0,2 0 0,0-1 0,-2 2 0,3 1 0,3-2 0,-1 3 0,-2 0 0,-4-2 0,2-2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4B6B7-A369-4C26-B984-72A02E13634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2372-7CBE-4A86-A652-C69F0F84A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4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93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7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2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83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10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62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1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2372-7CBE-4A86-A652-C69F0F84A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2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E90-734E-62A3-A192-4390C87AE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29662-D43C-C842-5C3E-E702693CD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9A846-F7EC-EDD8-3885-0B5E2164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A065-1833-7533-4EE9-03E41F87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FF39-6A6E-472B-F420-7B7B7E6E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4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B9B4-52FB-E701-DF61-7C8915A7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840C1-379B-0FCF-5734-1EF20E8A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F8A0-79B9-EEA0-25DF-D02A69B4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F7AA9-4727-085F-FE59-7F65ED19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875EE-E139-789A-8E8B-DDDCFF8D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5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9C4A-5587-B1F6-401D-C12D27C38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43DB5-5BD3-6D05-5A0F-529F81288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2F13-FCD3-79FA-68BD-1435F4E9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364D-67B1-81BC-AA59-B107585C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CEB4F-8DF9-7397-3A28-EF2974FA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3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B95F-EDB0-152A-944B-1B825432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63336-C26C-2CE6-B29F-C3B3A7742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FFD5-4E4D-DA5F-601A-2444FE2D7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D5DED-7C49-72C9-A813-6F27C7CD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5A5DD-C7A7-FC6B-EA46-5C9E5B51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E13B9-AB87-7420-69A3-830087D3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9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26F8-90A1-EBA4-2672-CF424E73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1EC18-2F5A-A731-4DE0-56EA7984C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6EB93-BCE7-3C73-E092-E197DEA5E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F626B-1A62-DECA-25E5-1F85B8EA7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63CEE-D8A2-5F7A-F495-875A6B2C3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B3496-AB7E-97E4-AFAA-80A49ACA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19650-D49F-039D-6205-853639DB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F611F-4E5B-C775-6927-1EDFA246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1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17A0A-64A9-C3C9-0091-5B89FCFE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01CFB-B6CA-BDB8-0937-8BF21EE3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4760E-F5B9-B9FF-8D6B-276F7E7C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51268-9C23-525C-3966-80932B7D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2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6EA33-72BA-6F8C-F9A4-907DDC42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EABBD-9670-E95E-8D6D-4A3C3A25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147D5-B302-2B0D-5DAD-D2977BCF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7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46E4-AE41-7616-CAE6-9B8F9EBE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02D7-1527-4395-1FBF-200E93D1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70F10-49C2-5435-A0D5-8F973B527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95B4-C8B3-DEA6-330C-CB117BB6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B6A84-BC26-4886-5393-EA4D0452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565C2-F9D5-857F-6B7A-08C898CA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1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001E-6146-BC50-E120-C20C6A7D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14AFC-7F68-0412-3D74-19C962B85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5AE5C-BCD6-D579-BAFC-D6BD42773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3DA69-4A63-3B69-8579-185298D6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F99BB-6DFB-2DB8-3BBC-FF3FAF92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146C3-84D7-232D-F492-336C7385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5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8408-DC39-B514-1C35-2874E356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BB96C-4364-BCB7-F65A-FF2AEF0B6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2584-CF25-B7F1-9DBB-2CF926F2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9C5A1-76B7-915B-F66F-EB124831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8C920-36EC-8823-F88A-DDEE097F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81469-07E3-6811-5D96-F83250CDD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846D2-992C-0E02-3228-7D2B93BAE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D62E0-AAEF-8C25-C7D7-4A65A3A0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7747B-714F-F0CC-EC6E-A3B83CAF7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2544-E612-7045-E9BD-0527705A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5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9FA02-4C35-46D6-FD2A-4CD91085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52642-4DC6-2ACA-4E90-81F16200B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8286F-3D8C-E5E7-58F5-97845898A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43776-8B44-4F90-BA06-AC82843B5C26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73049-E62D-5329-4180-38C0FE046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2764E-8972-D874-DD89-0718F8DF9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4A65C-F2A0-4E1D-82B3-70053A54D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0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customXml" Target="../ink/ink9.xml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11" Type="http://schemas.openxmlformats.org/officeDocument/2006/relationships/customXml" Target="../ink/ink13.xml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EFB1E-0D02-1320-4773-C96A2284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12" y="643467"/>
            <a:ext cx="10083375" cy="5571065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89D942-94C4-CAFB-11A9-6291BC469831}"/>
              </a:ext>
            </a:extLst>
          </p:cNvPr>
          <p:cNvGrpSpPr/>
          <p:nvPr/>
        </p:nvGrpSpPr>
        <p:grpSpPr>
          <a:xfrm>
            <a:off x="10982571" y="6028865"/>
            <a:ext cx="360" cy="81000"/>
            <a:chOff x="10982571" y="6028865"/>
            <a:chExt cx="36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BD17423-3474-9408-3E89-3E5129217BAA}"/>
                    </a:ext>
                  </a:extLst>
                </p14:cNvPr>
                <p14:cNvContentPartPr/>
                <p14:nvPr/>
              </p14:nvContentPartPr>
              <p14:xfrm>
                <a:off x="10982571" y="6109505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BD17423-3474-9408-3E89-3E5129217BA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19571" y="60465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EEA1BD-3ACB-777B-2E01-B0A3A9169540}"/>
                    </a:ext>
                  </a:extLst>
                </p14:cNvPr>
                <p14:cNvContentPartPr/>
                <p14:nvPr/>
              </p14:nvContentPartPr>
              <p14:xfrm>
                <a:off x="10982571" y="6028865"/>
                <a:ext cx="360" cy="81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EEA1BD-3ACB-777B-2E01-B0A3A91695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19571" y="5965865"/>
                  <a:ext cx="126000" cy="20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36121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54780-D00A-C3E4-29B9-601711BE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C24FC3-F14B-BC4F-F41F-28F5971E2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69" y="643467"/>
            <a:ext cx="1017546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676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2DB0F-18E5-1ACB-6EDF-021BB0C9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95BAA4-5BA2-C026-F9C7-50EB3D74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713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EC045-9067-C55F-AD7E-0B322C7D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1B38F-205E-B400-36F6-1FF1EF8D4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69" y="643467"/>
            <a:ext cx="10175462" cy="557106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576946-EB01-D300-8C2D-89FDCF2B106A}"/>
                  </a:ext>
                </a:extLst>
              </p14:cNvPr>
              <p14:cNvContentPartPr/>
              <p14:nvPr/>
            </p14:nvContentPartPr>
            <p14:xfrm>
              <a:off x="10957297" y="6056508"/>
              <a:ext cx="25920" cy="73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576946-EB01-D300-8C2D-89FDCF2B10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94297" y="5993868"/>
                <a:ext cx="151560" cy="19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26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05E82-6316-9DAB-AB7D-85BAB68F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E06FA-89A2-2405-4A23-957C5ECD4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69" y="573128"/>
            <a:ext cx="10175462" cy="557106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DF9263-1257-08E6-EA76-21437163D930}"/>
                  </a:ext>
                </a:extLst>
              </p14:cNvPr>
              <p14:cNvContentPartPr/>
              <p14:nvPr/>
            </p14:nvContentPartPr>
            <p14:xfrm>
              <a:off x="10992577" y="5997468"/>
              <a:ext cx="69480" cy="12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DF9263-1257-08E6-EA76-21437163D9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29577" y="5934828"/>
                <a:ext cx="195120" cy="2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92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3374D-378F-3A8D-D9F2-46E2109D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4BF6D8-BAB7-4EB4-9B19-BB8B2F0F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33FAAD-5E0A-4FBB-9800-1DAEE503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07449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5040 w 12192000"/>
              <a:gd name="connsiteY35" fmla="*/ 1014200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26422 w 12192000"/>
              <a:gd name="connsiteY34" fmla="*/ 995644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74818 w 12192000"/>
              <a:gd name="connsiteY34" fmla="*/ 1009269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1629 w 12192000"/>
              <a:gd name="connsiteY34" fmla="*/ 985430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03358-6430-E33A-15CD-6C3A6A5F8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142"/>
          <a:stretch/>
        </p:blipFill>
        <p:spPr>
          <a:xfrm>
            <a:off x="680484" y="608261"/>
            <a:ext cx="10849144" cy="5700774"/>
          </a:xfrm>
          <a:custGeom>
            <a:avLst/>
            <a:gdLst/>
            <a:ahLst/>
            <a:cxnLst/>
            <a:rect l="l" t="t" r="r" b="b"/>
            <a:pathLst>
              <a:path w="10849144" h="5700774">
                <a:moveTo>
                  <a:pt x="10849144" y="0"/>
                </a:moveTo>
                <a:lnTo>
                  <a:pt x="10849144" y="4704874"/>
                </a:lnTo>
                <a:lnTo>
                  <a:pt x="10844433" y="4704083"/>
                </a:lnTo>
                <a:cubicBezTo>
                  <a:pt x="10775772" y="4702622"/>
                  <a:pt x="10731635" y="4723344"/>
                  <a:pt x="10627028" y="4736091"/>
                </a:cubicBezTo>
                <a:cubicBezTo>
                  <a:pt x="10549662" y="4756399"/>
                  <a:pt x="10442424" y="4756744"/>
                  <a:pt x="10426962" y="4785620"/>
                </a:cubicBezTo>
                <a:cubicBezTo>
                  <a:pt x="10323654" y="4811093"/>
                  <a:pt x="10316619" y="4787626"/>
                  <a:pt x="10226986" y="4823118"/>
                </a:cubicBezTo>
                <a:cubicBezTo>
                  <a:pt x="10150525" y="4884256"/>
                  <a:pt x="10082541" y="4863779"/>
                  <a:pt x="9981162" y="4935663"/>
                </a:cubicBezTo>
                <a:cubicBezTo>
                  <a:pt x="9931220" y="4933313"/>
                  <a:pt x="9892260" y="4951206"/>
                  <a:pt x="9843873" y="4935858"/>
                </a:cubicBezTo>
                <a:cubicBezTo>
                  <a:pt x="9822471" y="4921786"/>
                  <a:pt x="9777158" y="4963696"/>
                  <a:pt x="9752052" y="4925073"/>
                </a:cubicBezTo>
                <a:cubicBezTo>
                  <a:pt x="9750186" y="4953137"/>
                  <a:pt x="9702805" y="4928500"/>
                  <a:pt x="9692324" y="4915468"/>
                </a:cubicBezTo>
                <a:cubicBezTo>
                  <a:pt x="9680167" y="4927714"/>
                  <a:pt x="9659741" y="4905365"/>
                  <a:pt x="9646593" y="4906557"/>
                </a:cubicBezTo>
                <a:cubicBezTo>
                  <a:pt x="9620587" y="4845178"/>
                  <a:pt x="9617697" y="4941490"/>
                  <a:pt x="9585685" y="4906617"/>
                </a:cubicBezTo>
                <a:cubicBezTo>
                  <a:pt x="9571621" y="4927453"/>
                  <a:pt x="9523936" y="4971653"/>
                  <a:pt x="9486200" y="4990496"/>
                </a:cubicBezTo>
                <a:cubicBezTo>
                  <a:pt x="9411968" y="5031655"/>
                  <a:pt x="9406835" y="5080617"/>
                  <a:pt x="9330223" y="5063988"/>
                </a:cubicBezTo>
                <a:cubicBezTo>
                  <a:pt x="9319445" y="5103721"/>
                  <a:pt x="9188211" y="5003648"/>
                  <a:pt x="9204637" y="5074753"/>
                </a:cubicBezTo>
                <a:cubicBezTo>
                  <a:pt x="9179069" y="5071279"/>
                  <a:pt x="9160334" y="5042982"/>
                  <a:pt x="9174585" y="5089264"/>
                </a:cubicBezTo>
                <a:lnTo>
                  <a:pt x="9026902" y="5086064"/>
                </a:lnTo>
                <a:cubicBezTo>
                  <a:pt x="8945039" y="5098972"/>
                  <a:pt x="8893921" y="5133031"/>
                  <a:pt x="8809858" y="5115776"/>
                </a:cubicBezTo>
                <a:cubicBezTo>
                  <a:pt x="8727523" y="5113709"/>
                  <a:pt x="8685980" y="5083373"/>
                  <a:pt x="8574056" y="5084000"/>
                </a:cubicBezTo>
                <a:cubicBezTo>
                  <a:pt x="8495237" y="5079985"/>
                  <a:pt x="8382476" y="5056445"/>
                  <a:pt x="8302745" y="5071462"/>
                </a:cubicBezTo>
                <a:cubicBezTo>
                  <a:pt x="8207300" y="5035549"/>
                  <a:pt x="8230918" y="5079966"/>
                  <a:pt x="8128608" y="5060341"/>
                </a:cubicBezTo>
                <a:cubicBezTo>
                  <a:pt x="8083878" y="5137967"/>
                  <a:pt x="8005860" y="5099291"/>
                  <a:pt x="7951805" y="5118527"/>
                </a:cubicBezTo>
                <a:cubicBezTo>
                  <a:pt x="7889668" y="5135371"/>
                  <a:pt x="7818236" y="5153622"/>
                  <a:pt x="7755788" y="5161403"/>
                </a:cubicBezTo>
                <a:cubicBezTo>
                  <a:pt x="7706324" y="5126424"/>
                  <a:pt x="7638479" y="5212284"/>
                  <a:pt x="7577106" y="5165213"/>
                </a:cubicBezTo>
                <a:cubicBezTo>
                  <a:pt x="7554526" y="5153874"/>
                  <a:pt x="7484609" y="5155306"/>
                  <a:pt x="7471372" y="5177827"/>
                </a:cubicBezTo>
                <a:cubicBezTo>
                  <a:pt x="7456792" y="5182711"/>
                  <a:pt x="7439786" y="5174734"/>
                  <a:pt x="7433047" y="5198849"/>
                </a:cubicBezTo>
                <a:cubicBezTo>
                  <a:pt x="7421914" y="5227873"/>
                  <a:pt x="7371049" y="5183060"/>
                  <a:pt x="7378290" y="5217298"/>
                </a:cubicBezTo>
                <a:cubicBezTo>
                  <a:pt x="7342173" y="5186591"/>
                  <a:pt x="7313446" y="5247390"/>
                  <a:pt x="7283079" y="5262415"/>
                </a:cubicBezTo>
                <a:cubicBezTo>
                  <a:pt x="7254633" y="5231950"/>
                  <a:pt x="7227203" y="5272840"/>
                  <a:pt x="7160915" y="5280502"/>
                </a:cubicBezTo>
                <a:cubicBezTo>
                  <a:pt x="7129633" y="5245268"/>
                  <a:pt x="7108043" y="5306829"/>
                  <a:pt x="7049854" y="5260110"/>
                </a:cubicBezTo>
                <a:cubicBezTo>
                  <a:pt x="7018959" y="5259830"/>
                  <a:pt x="7028644" y="5259631"/>
                  <a:pt x="6975548" y="5251998"/>
                </a:cubicBezTo>
                <a:cubicBezTo>
                  <a:pt x="6894534" y="5243801"/>
                  <a:pt x="6869986" y="5257489"/>
                  <a:pt x="6795351" y="5247842"/>
                </a:cubicBezTo>
                <a:cubicBezTo>
                  <a:pt x="6711613" y="5244398"/>
                  <a:pt x="6709818" y="5284819"/>
                  <a:pt x="6600330" y="5227284"/>
                </a:cubicBezTo>
                <a:cubicBezTo>
                  <a:pt x="6591713" y="5254711"/>
                  <a:pt x="6578692" y="5256798"/>
                  <a:pt x="6555317" y="5245371"/>
                </a:cubicBezTo>
                <a:cubicBezTo>
                  <a:pt x="6514817" y="5245696"/>
                  <a:pt x="6524396" y="5312750"/>
                  <a:pt x="6479807" y="5274839"/>
                </a:cubicBezTo>
                <a:cubicBezTo>
                  <a:pt x="6490582" y="5310509"/>
                  <a:pt x="6404736" y="5293688"/>
                  <a:pt x="6426975" y="5330070"/>
                </a:cubicBezTo>
                <a:cubicBezTo>
                  <a:pt x="6403906" y="5364654"/>
                  <a:pt x="6385703" y="5311282"/>
                  <a:pt x="6362409" y="5341550"/>
                </a:cubicBezTo>
                <a:cubicBezTo>
                  <a:pt x="6337113" y="5341121"/>
                  <a:pt x="6306725" y="5322421"/>
                  <a:pt x="6275196" y="5327492"/>
                </a:cubicBezTo>
                <a:cubicBezTo>
                  <a:pt x="6231951" y="5309975"/>
                  <a:pt x="6227669" y="5348549"/>
                  <a:pt x="6173232" y="5371980"/>
                </a:cubicBezTo>
                <a:cubicBezTo>
                  <a:pt x="6147561" y="5352709"/>
                  <a:pt x="6129671" y="5364601"/>
                  <a:pt x="6113220" y="5386546"/>
                </a:cubicBezTo>
                <a:cubicBezTo>
                  <a:pt x="6057852" y="5385619"/>
                  <a:pt x="6010968" y="5420770"/>
                  <a:pt x="5950607" y="5438381"/>
                </a:cubicBezTo>
                <a:cubicBezTo>
                  <a:pt x="5884305" y="5470765"/>
                  <a:pt x="5920836" y="5463432"/>
                  <a:pt x="5880097" y="5487781"/>
                </a:cubicBezTo>
                <a:lnTo>
                  <a:pt x="5763805" y="5522426"/>
                </a:lnTo>
                <a:lnTo>
                  <a:pt x="5680769" y="5541020"/>
                </a:lnTo>
                <a:lnTo>
                  <a:pt x="5657234" y="5577549"/>
                </a:lnTo>
                <a:lnTo>
                  <a:pt x="5656897" y="5578228"/>
                </a:lnTo>
                <a:lnTo>
                  <a:pt x="5606432" y="5583275"/>
                </a:lnTo>
                <a:cubicBezTo>
                  <a:pt x="5579593" y="5590728"/>
                  <a:pt x="5526323" y="5613484"/>
                  <a:pt x="5495860" y="5622944"/>
                </a:cubicBezTo>
                <a:cubicBezTo>
                  <a:pt x="5468216" y="5616068"/>
                  <a:pt x="5451208" y="5585463"/>
                  <a:pt x="5461026" y="5633325"/>
                </a:cubicBezTo>
                <a:cubicBezTo>
                  <a:pt x="5451945" y="5632425"/>
                  <a:pt x="5446398" y="5636315"/>
                  <a:pt x="5442463" y="5642543"/>
                </a:cubicBezTo>
                <a:lnTo>
                  <a:pt x="5414637" y="5618665"/>
                </a:lnTo>
                <a:lnTo>
                  <a:pt x="5379838" y="5629021"/>
                </a:lnTo>
                <a:lnTo>
                  <a:pt x="5371733" y="5632368"/>
                </a:lnTo>
                <a:lnTo>
                  <a:pt x="5310861" y="5609123"/>
                </a:lnTo>
                <a:lnTo>
                  <a:pt x="5304926" y="5599797"/>
                </a:lnTo>
                <a:cubicBezTo>
                  <a:pt x="5298560" y="5594054"/>
                  <a:pt x="5289500" y="5591395"/>
                  <a:pt x="5274403" y="5595741"/>
                </a:cubicBezTo>
                <a:lnTo>
                  <a:pt x="5270930" y="5598215"/>
                </a:lnTo>
                <a:lnTo>
                  <a:pt x="5245636" y="5583936"/>
                </a:lnTo>
                <a:cubicBezTo>
                  <a:pt x="5237471" y="5577438"/>
                  <a:pt x="5150120" y="5569259"/>
                  <a:pt x="5144201" y="5558756"/>
                </a:cubicBezTo>
                <a:cubicBezTo>
                  <a:pt x="5048549" y="5584754"/>
                  <a:pt x="5041963" y="5538617"/>
                  <a:pt x="4949159" y="5545539"/>
                </a:cubicBezTo>
                <a:cubicBezTo>
                  <a:pt x="4868784" y="5475237"/>
                  <a:pt x="4818088" y="5518057"/>
                  <a:pt x="4746039" y="5507816"/>
                </a:cubicBezTo>
                <a:cubicBezTo>
                  <a:pt x="4677416" y="5500610"/>
                  <a:pt x="4645641" y="5523361"/>
                  <a:pt x="4553441" y="5522419"/>
                </a:cubicBezTo>
                <a:cubicBezTo>
                  <a:pt x="4455752" y="5507087"/>
                  <a:pt x="4313399" y="5515235"/>
                  <a:pt x="4203513" y="5482043"/>
                </a:cubicBezTo>
                <a:cubicBezTo>
                  <a:pt x="4117174" y="5471359"/>
                  <a:pt x="4116876" y="5479259"/>
                  <a:pt x="4083461" y="5478429"/>
                </a:cubicBezTo>
                <a:cubicBezTo>
                  <a:pt x="4072350" y="5482983"/>
                  <a:pt x="4013667" y="5469667"/>
                  <a:pt x="4003029" y="5477061"/>
                </a:cubicBezTo>
                <a:lnTo>
                  <a:pt x="3997453" y="5480895"/>
                </a:lnTo>
                <a:lnTo>
                  <a:pt x="3974987" y="5483158"/>
                </a:lnTo>
                <a:lnTo>
                  <a:pt x="3968837" y="5500146"/>
                </a:lnTo>
                <a:lnTo>
                  <a:pt x="3893757" y="5514872"/>
                </a:lnTo>
                <a:cubicBezTo>
                  <a:pt x="3843843" y="5473516"/>
                  <a:pt x="3801226" y="5522853"/>
                  <a:pt x="3713057" y="5521543"/>
                </a:cubicBezTo>
                <a:cubicBezTo>
                  <a:pt x="3689691" y="5507258"/>
                  <a:pt x="3596705" y="5472487"/>
                  <a:pt x="3579330" y="5493075"/>
                </a:cubicBezTo>
                <a:cubicBezTo>
                  <a:pt x="3562701" y="5495972"/>
                  <a:pt x="3545031" y="5485773"/>
                  <a:pt x="3534589" y="5508816"/>
                </a:cubicBezTo>
                <a:cubicBezTo>
                  <a:pt x="3518705" y="5536140"/>
                  <a:pt x="3468492" y="5484831"/>
                  <a:pt x="3472128" y="5519795"/>
                </a:cubicBezTo>
                <a:cubicBezTo>
                  <a:pt x="3428266" y="5520128"/>
                  <a:pt x="3332435" y="5511059"/>
                  <a:pt x="3271418" y="5510811"/>
                </a:cubicBezTo>
                <a:cubicBezTo>
                  <a:pt x="3241504" y="5471638"/>
                  <a:pt x="3153370" y="5525542"/>
                  <a:pt x="3106030" y="5518304"/>
                </a:cubicBezTo>
                <a:cubicBezTo>
                  <a:pt x="3064471" y="5520990"/>
                  <a:pt x="3060504" y="5541433"/>
                  <a:pt x="3011389" y="5533635"/>
                </a:cubicBezTo>
                <a:cubicBezTo>
                  <a:pt x="2923824" y="5527005"/>
                  <a:pt x="2892092" y="5511211"/>
                  <a:pt x="2811340" y="5491633"/>
                </a:cubicBezTo>
                <a:cubicBezTo>
                  <a:pt x="2719808" y="5476996"/>
                  <a:pt x="2718795" y="5497281"/>
                  <a:pt x="2616483" y="5472427"/>
                </a:cubicBezTo>
                <a:cubicBezTo>
                  <a:pt x="2592885" y="5464979"/>
                  <a:pt x="2535604" y="5465304"/>
                  <a:pt x="2511374" y="5450826"/>
                </a:cubicBezTo>
                <a:cubicBezTo>
                  <a:pt x="2477485" y="5458793"/>
                  <a:pt x="2338345" y="5468388"/>
                  <a:pt x="2301014" y="5479997"/>
                </a:cubicBezTo>
                <a:cubicBezTo>
                  <a:pt x="2248016" y="5487332"/>
                  <a:pt x="2294103" y="5474984"/>
                  <a:pt x="2246778" y="5481424"/>
                </a:cubicBezTo>
                <a:cubicBezTo>
                  <a:pt x="2201492" y="5458235"/>
                  <a:pt x="2191927" y="5495963"/>
                  <a:pt x="2129191" y="5511933"/>
                </a:cubicBezTo>
                <a:cubicBezTo>
                  <a:pt x="2103428" y="5489360"/>
                  <a:pt x="2082281" y="5498769"/>
                  <a:pt x="2061447" y="5518357"/>
                </a:cubicBezTo>
                <a:cubicBezTo>
                  <a:pt x="2000755" y="5510020"/>
                  <a:pt x="1944835" y="5538638"/>
                  <a:pt x="1876326" y="5548036"/>
                </a:cubicBezTo>
                <a:cubicBezTo>
                  <a:pt x="1802831" y="5520482"/>
                  <a:pt x="1785413" y="5583917"/>
                  <a:pt x="1712199" y="5593720"/>
                </a:cubicBezTo>
                <a:cubicBezTo>
                  <a:pt x="1649028" y="5639613"/>
                  <a:pt x="1663412" y="5633236"/>
                  <a:pt x="1601980" y="5628775"/>
                </a:cubicBezTo>
                <a:cubicBezTo>
                  <a:pt x="1545362" y="5623105"/>
                  <a:pt x="1566421" y="5707755"/>
                  <a:pt x="1449547" y="5688706"/>
                </a:cubicBezTo>
                <a:cubicBezTo>
                  <a:pt x="1440924" y="5679974"/>
                  <a:pt x="1400761" y="5688841"/>
                  <a:pt x="1402626" y="5700774"/>
                </a:cubicBezTo>
                <a:cubicBezTo>
                  <a:pt x="1392870" y="5697068"/>
                  <a:pt x="1337631" y="5660758"/>
                  <a:pt x="1335214" y="5679873"/>
                </a:cubicBezTo>
                <a:cubicBezTo>
                  <a:pt x="1286051" y="5682126"/>
                  <a:pt x="1269252" y="5684370"/>
                  <a:pt x="1225455" y="5660854"/>
                </a:cubicBezTo>
                <a:cubicBezTo>
                  <a:pt x="1200065" y="5653433"/>
                  <a:pt x="1193050" y="5658167"/>
                  <a:pt x="1124535" y="5640512"/>
                </a:cubicBezTo>
                <a:cubicBezTo>
                  <a:pt x="1074869" y="5658037"/>
                  <a:pt x="1065109" y="5620631"/>
                  <a:pt x="1001579" y="5645690"/>
                </a:cubicBezTo>
                <a:cubicBezTo>
                  <a:pt x="968866" y="5644152"/>
                  <a:pt x="915075" y="5652264"/>
                  <a:pt x="890113" y="5634869"/>
                </a:cubicBezTo>
                <a:cubicBezTo>
                  <a:pt x="851171" y="5707228"/>
                  <a:pt x="792528" y="5631332"/>
                  <a:pt x="751212" y="5632903"/>
                </a:cubicBezTo>
                <a:cubicBezTo>
                  <a:pt x="691335" y="5636083"/>
                  <a:pt x="568956" y="5618959"/>
                  <a:pt x="520176" y="5613716"/>
                </a:cubicBezTo>
                <a:cubicBezTo>
                  <a:pt x="501880" y="5615807"/>
                  <a:pt x="497009" y="5621722"/>
                  <a:pt x="458529" y="5601445"/>
                </a:cubicBezTo>
                <a:cubicBezTo>
                  <a:pt x="408382" y="5573457"/>
                  <a:pt x="359756" y="5556336"/>
                  <a:pt x="299969" y="5532287"/>
                </a:cubicBezTo>
                <a:cubicBezTo>
                  <a:pt x="284323" y="5483058"/>
                  <a:pt x="222426" y="5561728"/>
                  <a:pt x="220791" y="5508118"/>
                </a:cubicBezTo>
                <a:cubicBezTo>
                  <a:pt x="193797" y="5543566"/>
                  <a:pt x="143037" y="5488427"/>
                  <a:pt x="97480" y="5491517"/>
                </a:cubicBezTo>
                <a:cubicBezTo>
                  <a:pt x="88181" y="5467638"/>
                  <a:pt x="77725" y="5469169"/>
                  <a:pt x="59923" y="5482754"/>
                </a:cubicBezTo>
                <a:cubicBezTo>
                  <a:pt x="41690" y="5484890"/>
                  <a:pt x="22429" y="5482706"/>
                  <a:pt x="2649" y="5477471"/>
                </a:cubicBezTo>
                <a:lnTo>
                  <a:pt x="0" y="5476436"/>
                </a:lnTo>
                <a:lnTo>
                  <a:pt x="0" y="19227"/>
                </a:lnTo>
                <a:close/>
              </a:path>
            </a:pathLst>
          </a:custGeom>
        </p:spPr>
      </p:pic>
      <p:sp>
        <p:nvSpPr>
          <p:cNvPr id="20" name="Rectangle 6">
            <a:extLst>
              <a:ext uri="{FF2B5EF4-FFF2-40B4-BE49-F238E27FC236}">
                <a16:creationId xmlns:a16="http://schemas.microsoft.com/office/drawing/2014/main" id="{8276E914-D126-4153-AEBF-1B9B6361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4799" y="393769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8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4A9B9-3E18-17BB-480A-C3294E11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4D7DC-49DA-8E15-F5FB-469973639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31" y="643467"/>
            <a:ext cx="10222137" cy="5571065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48F4D27-B487-6646-2FFA-BADE733F1474}"/>
              </a:ext>
            </a:extLst>
          </p:cNvPr>
          <p:cNvGrpSpPr/>
          <p:nvPr/>
        </p:nvGrpSpPr>
        <p:grpSpPr>
          <a:xfrm>
            <a:off x="10884217" y="6066228"/>
            <a:ext cx="138240" cy="158040"/>
            <a:chOff x="10884217" y="6066228"/>
            <a:chExt cx="13824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CCDDA3-BDC5-3B37-42C6-45DA631B1177}"/>
                    </a:ext>
                  </a:extLst>
                </p14:cNvPr>
                <p14:cNvContentPartPr/>
                <p14:nvPr/>
              </p14:nvContentPartPr>
              <p14:xfrm>
                <a:off x="10884217" y="6223908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CCDDA3-BDC5-3B37-42C6-45DA631B117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21217" y="61609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A85DEC-AEAF-B168-F1BE-9AA9C3EEFB1A}"/>
                    </a:ext>
                  </a:extLst>
                </p14:cNvPr>
                <p14:cNvContentPartPr/>
                <p14:nvPr/>
              </p14:nvContentPartPr>
              <p14:xfrm>
                <a:off x="11012017" y="6066228"/>
                <a:ext cx="10440" cy="118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A85DEC-AEAF-B168-F1BE-9AA9C3EEFB1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49017" y="6003588"/>
                  <a:ext cx="136080" cy="24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786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4BF6D8-BAB7-4EB4-9B19-BB8B2F0F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33FAAD-5E0A-4FBB-9800-1DAEE503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2" y="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5040 w 12192000"/>
              <a:gd name="connsiteY35" fmla="*/ 1014200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26422 w 12192000"/>
              <a:gd name="connsiteY34" fmla="*/ 995644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74818 w 12192000"/>
              <a:gd name="connsiteY34" fmla="*/ 1009269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1629 w 12192000"/>
              <a:gd name="connsiteY34" fmla="*/ 985430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4C44F0-F390-48A8-974F-CAC9A33F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418" y="493509"/>
            <a:ext cx="11165080" cy="583286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38100" dist="25400" dir="48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C4E96-A394-666C-B4BC-6D5D6950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7769"/>
          <a:stretch/>
        </p:blipFill>
        <p:spPr>
          <a:xfrm>
            <a:off x="680483" y="655576"/>
            <a:ext cx="10849145" cy="55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0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36A28-8C03-68E9-8118-F30CC902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EC9D-EDD8-7D31-DD92-85C566CFE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607C95-F1ED-DAA9-FEA2-BE3EA099A01A}"/>
                  </a:ext>
                </a:extLst>
              </p14:cNvPr>
              <p14:cNvContentPartPr/>
              <p14:nvPr/>
            </p14:nvContentPartPr>
            <p14:xfrm>
              <a:off x="10982857" y="6066948"/>
              <a:ext cx="360" cy="58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607C95-F1ED-DAA9-FEA2-BE3EA099A0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19857" y="6004308"/>
                <a:ext cx="126000" cy="18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744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29651-3337-8E29-2751-09ED6F594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28" y="643467"/>
            <a:ext cx="9992944" cy="557106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4636009-FA1E-E8E1-E114-8416BB113D16}"/>
                  </a:ext>
                </a:extLst>
              </p14:cNvPr>
              <p14:cNvContentPartPr/>
              <p14:nvPr/>
            </p14:nvContentPartPr>
            <p14:xfrm>
              <a:off x="10861251" y="5958305"/>
              <a:ext cx="192240" cy="228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4636009-FA1E-E8E1-E114-8416BB113D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98611" y="5895665"/>
                <a:ext cx="317880" cy="3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157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F9E83-1F76-A0C8-24E2-E8B03B28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7" b="1189"/>
          <a:stretch/>
        </p:blipFill>
        <p:spPr>
          <a:xfrm>
            <a:off x="90455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66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ROJECTSIMULATION">
            <a:hlinkClick r:id="" action="ppaction://media"/>
            <a:extLst>
              <a:ext uri="{FF2B5EF4-FFF2-40B4-BE49-F238E27FC236}">
                <a16:creationId xmlns:a16="http://schemas.microsoft.com/office/drawing/2014/main" id="{ECB4BEF1-3697-7693-C9FC-39DEA2E744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1934" y="80778"/>
            <a:ext cx="11408228" cy="637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5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4BF6D8-BAB7-4EB4-9B19-BB8B2F0F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233FAAD-5E0A-4FBB-9800-1DAEE503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07449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5040 w 12192000"/>
              <a:gd name="connsiteY35" fmla="*/ 1014200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26422 w 12192000"/>
              <a:gd name="connsiteY34" fmla="*/ 995644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74818 w 12192000"/>
              <a:gd name="connsiteY34" fmla="*/ 1009269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1629 w 12192000"/>
              <a:gd name="connsiteY34" fmla="*/ 985430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2B198-1357-C599-90CB-C963EF07E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" r="1" b="648"/>
          <a:stretch/>
        </p:blipFill>
        <p:spPr>
          <a:xfrm>
            <a:off x="680484" y="608261"/>
            <a:ext cx="10849144" cy="5700774"/>
          </a:xfrm>
          <a:custGeom>
            <a:avLst/>
            <a:gdLst/>
            <a:ahLst/>
            <a:cxnLst/>
            <a:rect l="l" t="t" r="r" b="b"/>
            <a:pathLst>
              <a:path w="10849144" h="5700774">
                <a:moveTo>
                  <a:pt x="10849144" y="0"/>
                </a:moveTo>
                <a:lnTo>
                  <a:pt x="10849144" y="4704874"/>
                </a:lnTo>
                <a:lnTo>
                  <a:pt x="10844433" y="4704083"/>
                </a:lnTo>
                <a:cubicBezTo>
                  <a:pt x="10775772" y="4702622"/>
                  <a:pt x="10731635" y="4723344"/>
                  <a:pt x="10627028" y="4736091"/>
                </a:cubicBezTo>
                <a:cubicBezTo>
                  <a:pt x="10549662" y="4756399"/>
                  <a:pt x="10442424" y="4756744"/>
                  <a:pt x="10426962" y="4785620"/>
                </a:cubicBezTo>
                <a:cubicBezTo>
                  <a:pt x="10323654" y="4811093"/>
                  <a:pt x="10316619" y="4787626"/>
                  <a:pt x="10226986" y="4823118"/>
                </a:cubicBezTo>
                <a:cubicBezTo>
                  <a:pt x="10150525" y="4884256"/>
                  <a:pt x="10082541" y="4863779"/>
                  <a:pt x="9981162" y="4935663"/>
                </a:cubicBezTo>
                <a:cubicBezTo>
                  <a:pt x="9931220" y="4933313"/>
                  <a:pt x="9892260" y="4951206"/>
                  <a:pt x="9843873" y="4935858"/>
                </a:cubicBezTo>
                <a:cubicBezTo>
                  <a:pt x="9822471" y="4921786"/>
                  <a:pt x="9777158" y="4963696"/>
                  <a:pt x="9752052" y="4925073"/>
                </a:cubicBezTo>
                <a:cubicBezTo>
                  <a:pt x="9750186" y="4953137"/>
                  <a:pt x="9702805" y="4928500"/>
                  <a:pt x="9692324" y="4915468"/>
                </a:cubicBezTo>
                <a:cubicBezTo>
                  <a:pt x="9680167" y="4927714"/>
                  <a:pt x="9659741" y="4905365"/>
                  <a:pt x="9646593" y="4906557"/>
                </a:cubicBezTo>
                <a:cubicBezTo>
                  <a:pt x="9620587" y="4845178"/>
                  <a:pt x="9617697" y="4941490"/>
                  <a:pt x="9585685" y="4906617"/>
                </a:cubicBezTo>
                <a:cubicBezTo>
                  <a:pt x="9571621" y="4927453"/>
                  <a:pt x="9523936" y="4971653"/>
                  <a:pt x="9486200" y="4990496"/>
                </a:cubicBezTo>
                <a:cubicBezTo>
                  <a:pt x="9411968" y="5031655"/>
                  <a:pt x="9406835" y="5080617"/>
                  <a:pt x="9330223" y="5063988"/>
                </a:cubicBezTo>
                <a:cubicBezTo>
                  <a:pt x="9319445" y="5103721"/>
                  <a:pt x="9188211" y="5003648"/>
                  <a:pt x="9204637" y="5074753"/>
                </a:cubicBezTo>
                <a:cubicBezTo>
                  <a:pt x="9179069" y="5071279"/>
                  <a:pt x="9160334" y="5042982"/>
                  <a:pt x="9174585" y="5089264"/>
                </a:cubicBezTo>
                <a:lnTo>
                  <a:pt x="9026902" y="5086064"/>
                </a:lnTo>
                <a:cubicBezTo>
                  <a:pt x="8945039" y="5098972"/>
                  <a:pt x="8893921" y="5133031"/>
                  <a:pt x="8809858" y="5115776"/>
                </a:cubicBezTo>
                <a:cubicBezTo>
                  <a:pt x="8727523" y="5113709"/>
                  <a:pt x="8685980" y="5083373"/>
                  <a:pt x="8574056" y="5084000"/>
                </a:cubicBezTo>
                <a:cubicBezTo>
                  <a:pt x="8495237" y="5079985"/>
                  <a:pt x="8382476" y="5056445"/>
                  <a:pt x="8302745" y="5071462"/>
                </a:cubicBezTo>
                <a:cubicBezTo>
                  <a:pt x="8207300" y="5035549"/>
                  <a:pt x="8230918" y="5079966"/>
                  <a:pt x="8128608" y="5060341"/>
                </a:cubicBezTo>
                <a:cubicBezTo>
                  <a:pt x="8083878" y="5137967"/>
                  <a:pt x="8005860" y="5099291"/>
                  <a:pt x="7951805" y="5118527"/>
                </a:cubicBezTo>
                <a:cubicBezTo>
                  <a:pt x="7889668" y="5135371"/>
                  <a:pt x="7818236" y="5153622"/>
                  <a:pt x="7755788" y="5161403"/>
                </a:cubicBezTo>
                <a:cubicBezTo>
                  <a:pt x="7706324" y="5126424"/>
                  <a:pt x="7638479" y="5212284"/>
                  <a:pt x="7577106" y="5165213"/>
                </a:cubicBezTo>
                <a:cubicBezTo>
                  <a:pt x="7554526" y="5153874"/>
                  <a:pt x="7484609" y="5155306"/>
                  <a:pt x="7471372" y="5177827"/>
                </a:cubicBezTo>
                <a:cubicBezTo>
                  <a:pt x="7456792" y="5182711"/>
                  <a:pt x="7439786" y="5174734"/>
                  <a:pt x="7433047" y="5198849"/>
                </a:cubicBezTo>
                <a:cubicBezTo>
                  <a:pt x="7421914" y="5227873"/>
                  <a:pt x="7371049" y="5183060"/>
                  <a:pt x="7378290" y="5217298"/>
                </a:cubicBezTo>
                <a:cubicBezTo>
                  <a:pt x="7342173" y="5186591"/>
                  <a:pt x="7313446" y="5247390"/>
                  <a:pt x="7283079" y="5262415"/>
                </a:cubicBezTo>
                <a:cubicBezTo>
                  <a:pt x="7254633" y="5231950"/>
                  <a:pt x="7227203" y="5272840"/>
                  <a:pt x="7160915" y="5280502"/>
                </a:cubicBezTo>
                <a:cubicBezTo>
                  <a:pt x="7129633" y="5245268"/>
                  <a:pt x="7108043" y="5306829"/>
                  <a:pt x="7049854" y="5260110"/>
                </a:cubicBezTo>
                <a:cubicBezTo>
                  <a:pt x="7018959" y="5259830"/>
                  <a:pt x="7028644" y="5259631"/>
                  <a:pt x="6975548" y="5251998"/>
                </a:cubicBezTo>
                <a:cubicBezTo>
                  <a:pt x="6894534" y="5243801"/>
                  <a:pt x="6869986" y="5257489"/>
                  <a:pt x="6795351" y="5247842"/>
                </a:cubicBezTo>
                <a:cubicBezTo>
                  <a:pt x="6711613" y="5244398"/>
                  <a:pt x="6709818" y="5284819"/>
                  <a:pt x="6600330" y="5227284"/>
                </a:cubicBezTo>
                <a:cubicBezTo>
                  <a:pt x="6591713" y="5254711"/>
                  <a:pt x="6578692" y="5256798"/>
                  <a:pt x="6555317" y="5245371"/>
                </a:cubicBezTo>
                <a:cubicBezTo>
                  <a:pt x="6514817" y="5245696"/>
                  <a:pt x="6524396" y="5312750"/>
                  <a:pt x="6479807" y="5274839"/>
                </a:cubicBezTo>
                <a:cubicBezTo>
                  <a:pt x="6490582" y="5310509"/>
                  <a:pt x="6404736" y="5293688"/>
                  <a:pt x="6426975" y="5330070"/>
                </a:cubicBezTo>
                <a:cubicBezTo>
                  <a:pt x="6403906" y="5364654"/>
                  <a:pt x="6385703" y="5311282"/>
                  <a:pt x="6362409" y="5341550"/>
                </a:cubicBezTo>
                <a:cubicBezTo>
                  <a:pt x="6337113" y="5341121"/>
                  <a:pt x="6306725" y="5322421"/>
                  <a:pt x="6275196" y="5327492"/>
                </a:cubicBezTo>
                <a:cubicBezTo>
                  <a:pt x="6231951" y="5309975"/>
                  <a:pt x="6227669" y="5348549"/>
                  <a:pt x="6173232" y="5371980"/>
                </a:cubicBezTo>
                <a:cubicBezTo>
                  <a:pt x="6147561" y="5352709"/>
                  <a:pt x="6129671" y="5364601"/>
                  <a:pt x="6113220" y="5386546"/>
                </a:cubicBezTo>
                <a:cubicBezTo>
                  <a:pt x="6057852" y="5385619"/>
                  <a:pt x="6010968" y="5420770"/>
                  <a:pt x="5950607" y="5438381"/>
                </a:cubicBezTo>
                <a:cubicBezTo>
                  <a:pt x="5884305" y="5470765"/>
                  <a:pt x="5920836" y="5463432"/>
                  <a:pt x="5880097" y="5487781"/>
                </a:cubicBezTo>
                <a:lnTo>
                  <a:pt x="5763805" y="5522426"/>
                </a:lnTo>
                <a:lnTo>
                  <a:pt x="5680769" y="5541020"/>
                </a:lnTo>
                <a:lnTo>
                  <a:pt x="5657234" y="5577549"/>
                </a:lnTo>
                <a:lnTo>
                  <a:pt x="5656897" y="5578228"/>
                </a:lnTo>
                <a:lnTo>
                  <a:pt x="5606432" y="5583275"/>
                </a:lnTo>
                <a:cubicBezTo>
                  <a:pt x="5579593" y="5590728"/>
                  <a:pt x="5526323" y="5613484"/>
                  <a:pt x="5495860" y="5622944"/>
                </a:cubicBezTo>
                <a:cubicBezTo>
                  <a:pt x="5468216" y="5616068"/>
                  <a:pt x="5451208" y="5585463"/>
                  <a:pt x="5461026" y="5633325"/>
                </a:cubicBezTo>
                <a:cubicBezTo>
                  <a:pt x="5451945" y="5632425"/>
                  <a:pt x="5446398" y="5636315"/>
                  <a:pt x="5442463" y="5642543"/>
                </a:cubicBezTo>
                <a:lnTo>
                  <a:pt x="5414637" y="5618665"/>
                </a:lnTo>
                <a:lnTo>
                  <a:pt x="5379838" y="5629021"/>
                </a:lnTo>
                <a:lnTo>
                  <a:pt x="5371733" y="5632368"/>
                </a:lnTo>
                <a:lnTo>
                  <a:pt x="5310861" y="5609123"/>
                </a:lnTo>
                <a:lnTo>
                  <a:pt x="5304926" y="5599797"/>
                </a:lnTo>
                <a:cubicBezTo>
                  <a:pt x="5298560" y="5594054"/>
                  <a:pt x="5289500" y="5591395"/>
                  <a:pt x="5274403" y="5595741"/>
                </a:cubicBezTo>
                <a:lnTo>
                  <a:pt x="5270930" y="5598215"/>
                </a:lnTo>
                <a:lnTo>
                  <a:pt x="5245636" y="5583936"/>
                </a:lnTo>
                <a:cubicBezTo>
                  <a:pt x="5237471" y="5577438"/>
                  <a:pt x="5150120" y="5569259"/>
                  <a:pt x="5144201" y="5558756"/>
                </a:cubicBezTo>
                <a:cubicBezTo>
                  <a:pt x="5048549" y="5584754"/>
                  <a:pt x="5041963" y="5538617"/>
                  <a:pt x="4949159" y="5545539"/>
                </a:cubicBezTo>
                <a:cubicBezTo>
                  <a:pt x="4868784" y="5475237"/>
                  <a:pt x="4818088" y="5518057"/>
                  <a:pt x="4746039" y="5507816"/>
                </a:cubicBezTo>
                <a:cubicBezTo>
                  <a:pt x="4677416" y="5500610"/>
                  <a:pt x="4645641" y="5523361"/>
                  <a:pt x="4553441" y="5522419"/>
                </a:cubicBezTo>
                <a:cubicBezTo>
                  <a:pt x="4455752" y="5507087"/>
                  <a:pt x="4313399" y="5515235"/>
                  <a:pt x="4203513" y="5482043"/>
                </a:cubicBezTo>
                <a:cubicBezTo>
                  <a:pt x="4117174" y="5471359"/>
                  <a:pt x="4116876" y="5479259"/>
                  <a:pt x="4083461" y="5478429"/>
                </a:cubicBezTo>
                <a:cubicBezTo>
                  <a:pt x="4072350" y="5482983"/>
                  <a:pt x="4013667" y="5469667"/>
                  <a:pt x="4003029" y="5477061"/>
                </a:cubicBezTo>
                <a:lnTo>
                  <a:pt x="3997453" y="5480895"/>
                </a:lnTo>
                <a:lnTo>
                  <a:pt x="3974987" y="5483158"/>
                </a:lnTo>
                <a:lnTo>
                  <a:pt x="3968837" y="5500146"/>
                </a:lnTo>
                <a:lnTo>
                  <a:pt x="3893757" y="5514872"/>
                </a:lnTo>
                <a:cubicBezTo>
                  <a:pt x="3843843" y="5473516"/>
                  <a:pt x="3801226" y="5522853"/>
                  <a:pt x="3713057" y="5521543"/>
                </a:cubicBezTo>
                <a:cubicBezTo>
                  <a:pt x="3689691" y="5507258"/>
                  <a:pt x="3596705" y="5472487"/>
                  <a:pt x="3579330" y="5493075"/>
                </a:cubicBezTo>
                <a:cubicBezTo>
                  <a:pt x="3562701" y="5495972"/>
                  <a:pt x="3545031" y="5485773"/>
                  <a:pt x="3534589" y="5508816"/>
                </a:cubicBezTo>
                <a:cubicBezTo>
                  <a:pt x="3518705" y="5536140"/>
                  <a:pt x="3468492" y="5484831"/>
                  <a:pt x="3472128" y="5519795"/>
                </a:cubicBezTo>
                <a:cubicBezTo>
                  <a:pt x="3428266" y="5520128"/>
                  <a:pt x="3332435" y="5511059"/>
                  <a:pt x="3271418" y="5510811"/>
                </a:cubicBezTo>
                <a:cubicBezTo>
                  <a:pt x="3241504" y="5471638"/>
                  <a:pt x="3153370" y="5525542"/>
                  <a:pt x="3106030" y="5518304"/>
                </a:cubicBezTo>
                <a:cubicBezTo>
                  <a:pt x="3064471" y="5520990"/>
                  <a:pt x="3060504" y="5541433"/>
                  <a:pt x="3011389" y="5533635"/>
                </a:cubicBezTo>
                <a:cubicBezTo>
                  <a:pt x="2923824" y="5527005"/>
                  <a:pt x="2892092" y="5511211"/>
                  <a:pt x="2811340" y="5491633"/>
                </a:cubicBezTo>
                <a:cubicBezTo>
                  <a:pt x="2719808" y="5476996"/>
                  <a:pt x="2718795" y="5497281"/>
                  <a:pt x="2616483" y="5472427"/>
                </a:cubicBezTo>
                <a:cubicBezTo>
                  <a:pt x="2592885" y="5464979"/>
                  <a:pt x="2535604" y="5465304"/>
                  <a:pt x="2511374" y="5450826"/>
                </a:cubicBezTo>
                <a:cubicBezTo>
                  <a:pt x="2477485" y="5458793"/>
                  <a:pt x="2338345" y="5468388"/>
                  <a:pt x="2301014" y="5479997"/>
                </a:cubicBezTo>
                <a:cubicBezTo>
                  <a:pt x="2248016" y="5487332"/>
                  <a:pt x="2294103" y="5474984"/>
                  <a:pt x="2246778" y="5481424"/>
                </a:cubicBezTo>
                <a:cubicBezTo>
                  <a:pt x="2201492" y="5458235"/>
                  <a:pt x="2191927" y="5495963"/>
                  <a:pt x="2129191" y="5511933"/>
                </a:cubicBezTo>
                <a:cubicBezTo>
                  <a:pt x="2103428" y="5489360"/>
                  <a:pt x="2082281" y="5498769"/>
                  <a:pt x="2061447" y="5518357"/>
                </a:cubicBezTo>
                <a:cubicBezTo>
                  <a:pt x="2000755" y="5510020"/>
                  <a:pt x="1944835" y="5538638"/>
                  <a:pt x="1876326" y="5548036"/>
                </a:cubicBezTo>
                <a:cubicBezTo>
                  <a:pt x="1802831" y="5520482"/>
                  <a:pt x="1785413" y="5583917"/>
                  <a:pt x="1712199" y="5593720"/>
                </a:cubicBezTo>
                <a:cubicBezTo>
                  <a:pt x="1649028" y="5639613"/>
                  <a:pt x="1663412" y="5633236"/>
                  <a:pt x="1601980" y="5628775"/>
                </a:cubicBezTo>
                <a:cubicBezTo>
                  <a:pt x="1545362" y="5623105"/>
                  <a:pt x="1566421" y="5707755"/>
                  <a:pt x="1449547" y="5688706"/>
                </a:cubicBezTo>
                <a:cubicBezTo>
                  <a:pt x="1440924" y="5679974"/>
                  <a:pt x="1400761" y="5688841"/>
                  <a:pt x="1402626" y="5700774"/>
                </a:cubicBezTo>
                <a:cubicBezTo>
                  <a:pt x="1392870" y="5697068"/>
                  <a:pt x="1337631" y="5660758"/>
                  <a:pt x="1335214" y="5679873"/>
                </a:cubicBezTo>
                <a:cubicBezTo>
                  <a:pt x="1286051" y="5682126"/>
                  <a:pt x="1269252" y="5684370"/>
                  <a:pt x="1225455" y="5660854"/>
                </a:cubicBezTo>
                <a:cubicBezTo>
                  <a:pt x="1200065" y="5653433"/>
                  <a:pt x="1193050" y="5658167"/>
                  <a:pt x="1124535" y="5640512"/>
                </a:cubicBezTo>
                <a:cubicBezTo>
                  <a:pt x="1074869" y="5658037"/>
                  <a:pt x="1065109" y="5620631"/>
                  <a:pt x="1001579" y="5645690"/>
                </a:cubicBezTo>
                <a:cubicBezTo>
                  <a:pt x="968866" y="5644152"/>
                  <a:pt x="915075" y="5652264"/>
                  <a:pt x="890113" y="5634869"/>
                </a:cubicBezTo>
                <a:cubicBezTo>
                  <a:pt x="851171" y="5707228"/>
                  <a:pt x="792528" y="5631332"/>
                  <a:pt x="751212" y="5632903"/>
                </a:cubicBezTo>
                <a:cubicBezTo>
                  <a:pt x="691335" y="5636083"/>
                  <a:pt x="568956" y="5618959"/>
                  <a:pt x="520176" y="5613716"/>
                </a:cubicBezTo>
                <a:cubicBezTo>
                  <a:pt x="501880" y="5615807"/>
                  <a:pt x="497009" y="5621722"/>
                  <a:pt x="458529" y="5601445"/>
                </a:cubicBezTo>
                <a:cubicBezTo>
                  <a:pt x="408382" y="5573457"/>
                  <a:pt x="359756" y="5556336"/>
                  <a:pt x="299969" y="5532287"/>
                </a:cubicBezTo>
                <a:cubicBezTo>
                  <a:pt x="284323" y="5483058"/>
                  <a:pt x="222426" y="5561728"/>
                  <a:pt x="220791" y="5508118"/>
                </a:cubicBezTo>
                <a:cubicBezTo>
                  <a:pt x="193797" y="5543566"/>
                  <a:pt x="143037" y="5488427"/>
                  <a:pt x="97480" y="5491517"/>
                </a:cubicBezTo>
                <a:cubicBezTo>
                  <a:pt x="88181" y="5467638"/>
                  <a:pt x="77725" y="5469169"/>
                  <a:pt x="59923" y="5482754"/>
                </a:cubicBezTo>
                <a:cubicBezTo>
                  <a:pt x="41690" y="5484890"/>
                  <a:pt x="22429" y="5482706"/>
                  <a:pt x="2649" y="5477471"/>
                </a:cubicBezTo>
                <a:lnTo>
                  <a:pt x="0" y="5476436"/>
                </a:lnTo>
                <a:lnTo>
                  <a:pt x="0" y="19227"/>
                </a:lnTo>
                <a:close/>
              </a:path>
            </a:pathLst>
          </a:cu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8276E914-D126-4153-AEBF-1B9B6361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4799" y="393769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09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2FD32-45C1-0449-4D79-1A4A61A2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FB2DCF7-7A80-9431-9C13-8898182AF0F3}"/>
                  </a:ext>
                </a:extLst>
              </p14:cNvPr>
              <p14:cNvContentPartPr/>
              <p14:nvPr/>
            </p14:nvContentPartPr>
            <p14:xfrm>
              <a:off x="3814897" y="2280828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FB2DCF7-7A80-9431-9C13-8898182AF0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1897" y="2217828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7D5EEC46-6F0F-5F04-50D6-8A3E201D4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92" y="1099030"/>
            <a:ext cx="8187958" cy="45049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064F2BD-6691-F03B-A6B0-C56F3697E02F}"/>
                  </a:ext>
                </a:extLst>
              </p14:cNvPr>
              <p14:cNvContentPartPr/>
              <p14:nvPr/>
            </p14:nvContentPartPr>
            <p14:xfrm>
              <a:off x="8872251" y="5496425"/>
              <a:ext cx="37440" cy="2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064F2BD-6691-F03B-A6B0-C56F3697E0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09611" y="5433785"/>
                <a:ext cx="16308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B93E76D-EB89-2255-22AF-0D60DA055E80}"/>
              </a:ext>
            </a:extLst>
          </p:cNvPr>
          <p:cNvGrpSpPr/>
          <p:nvPr/>
        </p:nvGrpSpPr>
        <p:grpSpPr>
          <a:xfrm>
            <a:off x="8890971" y="5516585"/>
            <a:ext cx="42120" cy="360"/>
            <a:chOff x="8890971" y="5516585"/>
            <a:chExt cx="4212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7FCF883-766C-E368-24C7-739FEDD6C99C}"/>
                    </a:ext>
                  </a:extLst>
                </p14:cNvPr>
                <p14:cNvContentPartPr/>
                <p14:nvPr/>
              </p14:nvContentPartPr>
              <p14:xfrm>
                <a:off x="8932731" y="5516585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7FCF883-766C-E368-24C7-739FEDD6C99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69731" y="545358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5679E7-76E1-87E4-9C15-17A6E6D5F9D9}"/>
                    </a:ext>
                  </a:extLst>
                </p14:cNvPr>
                <p14:cNvContentPartPr/>
                <p14:nvPr/>
              </p14:nvContentPartPr>
              <p14:xfrm>
                <a:off x="8890971" y="5516585"/>
                <a:ext cx="21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5679E7-76E1-87E4-9C15-17A6E6D5F9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28331" y="5453585"/>
                  <a:ext cx="1278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627C36D-7E44-2D17-2FC5-FBD54364021B}"/>
                  </a:ext>
                </a:extLst>
              </p14:cNvPr>
              <p14:cNvContentPartPr/>
              <p14:nvPr/>
            </p14:nvContentPartPr>
            <p14:xfrm>
              <a:off x="8642211" y="5212745"/>
              <a:ext cx="90000" cy="928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627C36D-7E44-2D17-2FC5-FBD5436402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79211" y="5150105"/>
                <a:ext cx="215640" cy="21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2482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E0C9C-3921-A561-AE20-2DEBB6AC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4BF6D8-BAB7-4EB4-9B19-BB8B2F0F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33FAAD-5E0A-4FBB-9800-1DAEE503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2" y="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5040 w 12192000"/>
              <a:gd name="connsiteY35" fmla="*/ 1014200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26422 w 12192000"/>
              <a:gd name="connsiteY34" fmla="*/ 995644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74818 w 12192000"/>
              <a:gd name="connsiteY34" fmla="*/ 1009269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1629 w 12192000"/>
              <a:gd name="connsiteY34" fmla="*/ 985430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4C44F0-F390-48A8-974F-CAC9A33F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418" y="493509"/>
            <a:ext cx="11165080" cy="583286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38100" dist="25400" dir="48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27DF678-CBD2-4A12-B7E7-5A5F60139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39" y="566338"/>
            <a:ext cx="11079121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6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9F8E2-48AF-C20F-5806-49C2A8AE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4BF6D8-BAB7-4EB4-9B19-BB8B2F0F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233FAAD-5E0A-4FBB-9800-1DAEE503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07449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5040 w 12192000"/>
              <a:gd name="connsiteY35" fmla="*/ 1014200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26422 w 12192000"/>
              <a:gd name="connsiteY34" fmla="*/ 995644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74818 w 12192000"/>
              <a:gd name="connsiteY34" fmla="*/ 1009269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1629 w 12192000"/>
              <a:gd name="connsiteY34" fmla="*/ 985430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8B8DA-9094-82B7-99CC-11147CC1BD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6" r="1" b="1"/>
          <a:stretch/>
        </p:blipFill>
        <p:spPr>
          <a:xfrm>
            <a:off x="680484" y="608261"/>
            <a:ext cx="10849144" cy="5700774"/>
          </a:xfrm>
          <a:custGeom>
            <a:avLst/>
            <a:gdLst/>
            <a:ahLst/>
            <a:cxnLst/>
            <a:rect l="l" t="t" r="r" b="b"/>
            <a:pathLst>
              <a:path w="10849144" h="5700774">
                <a:moveTo>
                  <a:pt x="10849144" y="0"/>
                </a:moveTo>
                <a:lnTo>
                  <a:pt x="10849144" y="4704874"/>
                </a:lnTo>
                <a:lnTo>
                  <a:pt x="10844433" y="4704083"/>
                </a:lnTo>
                <a:cubicBezTo>
                  <a:pt x="10775772" y="4702622"/>
                  <a:pt x="10731635" y="4723344"/>
                  <a:pt x="10627028" y="4736091"/>
                </a:cubicBezTo>
                <a:cubicBezTo>
                  <a:pt x="10549662" y="4756399"/>
                  <a:pt x="10442424" y="4756744"/>
                  <a:pt x="10426962" y="4785620"/>
                </a:cubicBezTo>
                <a:cubicBezTo>
                  <a:pt x="10323654" y="4811093"/>
                  <a:pt x="10316619" y="4787626"/>
                  <a:pt x="10226986" y="4823118"/>
                </a:cubicBezTo>
                <a:cubicBezTo>
                  <a:pt x="10150525" y="4884256"/>
                  <a:pt x="10082541" y="4863779"/>
                  <a:pt x="9981162" y="4935663"/>
                </a:cubicBezTo>
                <a:cubicBezTo>
                  <a:pt x="9931220" y="4933313"/>
                  <a:pt x="9892260" y="4951206"/>
                  <a:pt x="9843873" y="4935858"/>
                </a:cubicBezTo>
                <a:cubicBezTo>
                  <a:pt x="9822471" y="4921786"/>
                  <a:pt x="9777158" y="4963696"/>
                  <a:pt x="9752052" y="4925073"/>
                </a:cubicBezTo>
                <a:cubicBezTo>
                  <a:pt x="9750186" y="4953137"/>
                  <a:pt x="9702805" y="4928500"/>
                  <a:pt x="9692324" y="4915468"/>
                </a:cubicBezTo>
                <a:cubicBezTo>
                  <a:pt x="9680167" y="4927714"/>
                  <a:pt x="9659741" y="4905365"/>
                  <a:pt x="9646593" y="4906557"/>
                </a:cubicBezTo>
                <a:cubicBezTo>
                  <a:pt x="9620587" y="4845178"/>
                  <a:pt x="9617697" y="4941490"/>
                  <a:pt x="9585685" y="4906617"/>
                </a:cubicBezTo>
                <a:cubicBezTo>
                  <a:pt x="9571621" y="4927453"/>
                  <a:pt x="9523936" y="4971653"/>
                  <a:pt x="9486200" y="4990496"/>
                </a:cubicBezTo>
                <a:cubicBezTo>
                  <a:pt x="9411968" y="5031655"/>
                  <a:pt x="9406835" y="5080617"/>
                  <a:pt x="9330223" y="5063988"/>
                </a:cubicBezTo>
                <a:cubicBezTo>
                  <a:pt x="9319445" y="5103721"/>
                  <a:pt x="9188211" y="5003648"/>
                  <a:pt x="9204637" y="5074753"/>
                </a:cubicBezTo>
                <a:cubicBezTo>
                  <a:pt x="9179069" y="5071279"/>
                  <a:pt x="9160334" y="5042982"/>
                  <a:pt x="9174585" y="5089264"/>
                </a:cubicBezTo>
                <a:lnTo>
                  <a:pt x="9026902" y="5086064"/>
                </a:lnTo>
                <a:cubicBezTo>
                  <a:pt x="8945039" y="5098972"/>
                  <a:pt x="8893921" y="5133031"/>
                  <a:pt x="8809858" y="5115776"/>
                </a:cubicBezTo>
                <a:cubicBezTo>
                  <a:pt x="8727523" y="5113709"/>
                  <a:pt x="8685980" y="5083373"/>
                  <a:pt x="8574056" y="5084000"/>
                </a:cubicBezTo>
                <a:cubicBezTo>
                  <a:pt x="8495237" y="5079985"/>
                  <a:pt x="8382476" y="5056445"/>
                  <a:pt x="8302745" y="5071462"/>
                </a:cubicBezTo>
                <a:cubicBezTo>
                  <a:pt x="8207300" y="5035549"/>
                  <a:pt x="8230918" y="5079966"/>
                  <a:pt x="8128608" y="5060341"/>
                </a:cubicBezTo>
                <a:cubicBezTo>
                  <a:pt x="8083878" y="5137967"/>
                  <a:pt x="8005860" y="5099291"/>
                  <a:pt x="7951805" y="5118527"/>
                </a:cubicBezTo>
                <a:cubicBezTo>
                  <a:pt x="7889668" y="5135371"/>
                  <a:pt x="7818236" y="5153622"/>
                  <a:pt x="7755788" y="5161403"/>
                </a:cubicBezTo>
                <a:cubicBezTo>
                  <a:pt x="7706324" y="5126424"/>
                  <a:pt x="7638479" y="5212284"/>
                  <a:pt x="7577106" y="5165213"/>
                </a:cubicBezTo>
                <a:cubicBezTo>
                  <a:pt x="7554526" y="5153874"/>
                  <a:pt x="7484609" y="5155306"/>
                  <a:pt x="7471372" y="5177827"/>
                </a:cubicBezTo>
                <a:cubicBezTo>
                  <a:pt x="7456792" y="5182711"/>
                  <a:pt x="7439786" y="5174734"/>
                  <a:pt x="7433047" y="5198849"/>
                </a:cubicBezTo>
                <a:cubicBezTo>
                  <a:pt x="7421914" y="5227873"/>
                  <a:pt x="7371049" y="5183060"/>
                  <a:pt x="7378290" y="5217298"/>
                </a:cubicBezTo>
                <a:cubicBezTo>
                  <a:pt x="7342173" y="5186591"/>
                  <a:pt x="7313446" y="5247390"/>
                  <a:pt x="7283079" y="5262415"/>
                </a:cubicBezTo>
                <a:cubicBezTo>
                  <a:pt x="7254633" y="5231950"/>
                  <a:pt x="7227203" y="5272840"/>
                  <a:pt x="7160915" y="5280502"/>
                </a:cubicBezTo>
                <a:cubicBezTo>
                  <a:pt x="7129633" y="5245268"/>
                  <a:pt x="7108043" y="5306829"/>
                  <a:pt x="7049854" y="5260110"/>
                </a:cubicBezTo>
                <a:cubicBezTo>
                  <a:pt x="7018959" y="5259830"/>
                  <a:pt x="7028644" y="5259631"/>
                  <a:pt x="6975548" y="5251998"/>
                </a:cubicBezTo>
                <a:cubicBezTo>
                  <a:pt x="6894534" y="5243801"/>
                  <a:pt x="6869986" y="5257489"/>
                  <a:pt x="6795351" y="5247842"/>
                </a:cubicBezTo>
                <a:cubicBezTo>
                  <a:pt x="6711613" y="5244398"/>
                  <a:pt x="6709818" y="5284819"/>
                  <a:pt x="6600330" y="5227284"/>
                </a:cubicBezTo>
                <a:cubicBezTo>
                  <a:pt x="6591713" y="5254711"/>
                  <a:pt x="6578692" y="5256798"/>
                  <a:pt x="6555317" y="5245371"/>
                </a:cubicBezTo>
                <a:cubicBezTo>
                  <a:pt x="6514817" y="5245696"/>
                  <a:pt x="6524396" y="5312750"/>
                  <a:pt x="6479807" y="5274839"/>
                </a:cubicBezTo>
                <a:cubicBezTo>
                  <a:pt x="6490582" y="5310509"/>
                  <a:pt x="6404736" y="5293688"/>
                  <a:pt x="6426975" y="5330070"/>
                </a:cubicBezTo>
                <a:cubicBezTo>
                  <a:pt x="6403906" y="5364654"/>
                  <a:pt x="6385703" y="5311282"/>
                  <a:pt x="6362409" y="5341550"/>
                </a:cubicBezTo>
                <a:cubicBezTo>
                  <a:pt x="6337113" y="5341121"/>
                  <a:pt x="6306725" y="5322421"/>
                  <a:pt x="6275196" y="5327492"/>
                </a:cubicBezTo>
                <a:cubicBezTo>
                  <a:pt x="6231951" y="5309975"/>
                  <a:pt x="6227669" y="5348549"/>
                  <a:pt x="6173232" y="5371980"/>
                </a:cubicBezTo>
                <a:cubicBezTo>
                  <a:pt x="6147561" y="5352709"/>
                  <a:pt x="6129671" y="5364601"/>
                  <a:pt x="6113220" y="5386546"/>
                </a:cubicBezTo>
                <a:cubicBezTo>
                  <a:pt x="6057852" y="5385619"/>
                  <a:pt x="6010968" y="5420770"/>
                  <a:pt x="5950607" y="5438381"/>
                </a:cubicBezTo>
                <a:cubicBezTo>
                  <a:pt x="5884305" y="5470765"/>
                  <a:pt x="5920836" y="5463432"/>
                  <a:pt x="5880097" y="5487781"/>
                </a:cubicBezTo>
                <a:lnTo>
                  <a:pt x="5763805" y="5522426"/>
                </a:lnTo>
                <a:lnTo>
                  <a:pt x="5680769" y="5541020"/>
                </a:lnTo>
                <a:lnTo>
                  <a:pt x="5657234" y="5577549"/>
                </a:lnTo>
                <a:lnTo>
                  <a:pt x="5656897" y="5578228"/>
                </a:lnTo>
                <a:lnTo>
                  <a:pt x="5606432" y="5583275"/>
                </a:lnTo>
                <a:cubicBezTo>
                  <a:pt x="5579593" y="5590728"/>
                  <a:pt x="5526323" y="5613484"/>
                  <a:pt x="5495860" y="5622944"/>
                </a:cubicBezTo>
                <a:cubicBezTo>
                  <a:pt x="5468216" y="5616068"/>
                  <a:pt x="5451208" y="5585463"/>
                  <a:pt x="5461026" y="5633325"/>
                </a:cubicBezTo>
                <a:cubicBezTo>
                  <a:pt x="5451945" y="5632425"/>
                  <a:pt x="5446398" y="5636315"/>
                  <a:pt x="5442463" y="5642543"/>
                </a:cubicBezTo>
                <a:lnTo>
                  <a:pt x="5414637" y="5618665"/>
                </a:lnTo>
                <a:lnTo>
                  <a:pt x="5379838" y="5629021"/>
                </a:lnTo>
                <a:lnTo>
                  <a:pt x="5371733" y="5632368"/>
                </a:lnTo>
                <a:lnTo>
                  <a:pt x="5310861" y="5609123"/>
                </a:lnTo>
                <a:lnTo>
                  <a:pt x="5304926" y="5599797"/>
                </a:lnTo>
                <a:cubicBezTo>
                  <a:pt x="5298560" y="5594054"/>
                  <a:pt x="5289500" y="5591395"/>
                  <a:pt x="5274403" y="5595741"/>
                </a:cubicBezTo>
                <a:lnTo>
                  <a:pt x="5270930" y="5598215"/>
                </a:lnTo>
                <a:lnTo>
                  <a:pt x="5245636" y="5583936"/>
                </a:lnTo>
                <a:cubicBezTo>
                  <a:pt x="5237471" y="5577438"/>
                  <a:pt x="5150120" y="5569259"/>
                  <a:pt x="5144201" y="5558756"/>
                </a:cubicBezTo>
                <a:cubicBezTo>
                  <a:pt x="5048549" y="5584754"/>
                  <a:pt x="5041963" y="5538617"/>
                  <a:pt x="4949159" y="5545539"/>
                </a:cubicBezTo>
                <a:cubicBezTo>
                  <a:pt x="4868784" y="5475237"/>
                  <a:pt x="4818088" y="5518057"/>
                  <a:pt x="4746039" y="5507816"/>
                </a:cubicBezTo>
                <a:cubicBezTo>
                  <a:pt x="4677416" y="5500610"/>
                  <a:pt x="4645641" y="5523361"/>
                  <a:pt x="4553441" y="5522419"/>
                </a:cubicBezTo>
                <a:cubicBezTo>
                  <a:pt x="4455752" y="5507087"/>
                  <a:pt x="4313399" y="5515235"/>
                  <a:pt x="4203513" y="5482043"/>
                </a:cubicBezTo>
                <a:cubicBezTo>
                  <a:pt x="4117174" y="5471359"/>
                  <a:pt x="4116876" y="5479259"/>
                  <a:pt x="4083461" y="5478429"/>
                </a:cubicBezTo>
                <a:cubicBezTo>
                  <a:pt x="4072350" y="5482983"/>
                  <a:pt x="4013667" y="5469667"/>
                  <a:pt x="4003029" y="5477061"/>
                </a:cubicBezTo>
                <a:lnTo>
                  <a:pt x="3997453" y="5480895"/>
                </a:lnTo>
                <a:lnTo>
                  <a:pt x="3974987" y="5483158"/>
                </a:lnTo>
                <a:lnTo>
                  <a:pt x="3968837" y="5500146"/>
                </a:lnTo>
                <a:lnTo>
                  <a:pt x="3893757" y="5514872"/>
                </a:lnTo>
                <a:cubicBezTo>
                  <a:pt x="3843843" y="5473516"/>
                  <a:pt x="3801226" y="5522853"/>
                  <a:pt x="3713057" y="5521543"/>
                </a:cubicBezTo>
                <a:cubicBezTo>
                  <a:pt x="3689691" y="5507258"/>
                  <a:pt x="3596705" y="5472487"/>
                  <a:pt x="3579330" y="5493075"/>
                </a:cubicBezTo>
                <a:cubicBezTo>
                  <a:pt x="3562701" y="5495972"/>
                  <a:pt x="3545031" y="5485773"/>
                  <a:pt x="3534589" y="5508816"/>
                </a:cubicBezTo>
                <a:cubicBezTo>
                  <a:pt x="3518705" y="5536140"/>
                  <a:pt x="3468492" y="5484831"/>
                  <a:pt x="3472128" y="5519795"/>
                </a:cubicBezTo>
                <a:cubicBezTo>
                  <a:pt x="3428266" y="5520128"/>
                  <a:pt x="3332435" y="5511059"/>
                  <a:pt x="3271418" y="5510811"/>
                </a:cubicBezTo>
                <a:cubicBezTo>
                  <a:pt x="3241504" y="5471638"/>
                  <a:pt x="3153370" y="5525542"/>
                  <a:pt x="3106030" y="5518304"/>
                </a:cubicBezTo>
                <a:cubicBezTo>
                  <a:pt x="3064471" y="5520990"/>
                  <a:pt x="3060504" y="5541433"/>
                  <a:pt x="3011389" y="5533635"/>
                </a:cubicBezTo>
                <a:cubicBezTo>
                  <a:pt x="2923824" y="5527005"/>
                  <a:pt x="2892092" y="5511211"/>
                  <a:pt x="2811340" y="5491633"/>
                </a:cubicBezTo>
                <a:cubicBezTo>
                  <a:pt x="2719808" y="5476996"/>
                  <a:pt x="2718795" y="5497281"/>
                  <a:pt x="2616483" y="5472427"/>
                </a:cubicBezTo>
                <a:cubicBezTo>
                  <a:pt x="2592885" y="5464979"/>
                  <a:pt x="2535604" y="5465304"/>
                  <a:pt x="2511374" y="5450826"/>
                </a:cubicBezTo>
                <a:cubicBezTo>
                  <a:pt x="2477485" y="5458793"/>
                  <a:pt x="2338345" y="5468388"/>
                  <a:pt x="2301014" y="5479997"/>
                </a:cubicBezTo>
                <a:cubicBezTo>
                  <a:pt x="2248016" y="5487332"/>
                  <a:pt x="2294103" y="5474984"/>
                  <a:pt x="2246778" y="5481424"/>
                </a:cubicBezTo>
                <a:cubicBezTo>
                  <a:pt x="2201492" y="5458235"/>
                  <a:pt x="2191927" y="5495963"/>
                  <a:pt x="2129191" y="5511933"/>
                </a:cubicBezTo>
                <a:cubicBezTo>
                  <a:pt x="2103428" y="5489360"/>
                  <a:pt x="2082281" y="5498769"/>
                  <a:pt x="2061447" y="5518357"/>
                </a:cubicBezTo>
                <a:cubicBezTo>
                  <a:pt x="2000755" y="5510020"/>
                  <a:pt x="1944835" y="5538638"/>
                  <a:pt x="1876326" y="5548036"/>
                </a:cubicBezTo>
                <a:cubicBezTo>
                  <a:pt x="1802831" y="5520482"/>
                  <a:pt x="1785413" y="5583917"/>
                  <a:pt x="1712199" y="5593720"/>
                </a:cubicBezTo>
                <a:cubicBezTo>
                  <a:pt x="1649028" y="5639613"/>
                  <a:pt x="1663412" y="5633236"/>
                  <a:pt x="1601980" y="5628775"/>
                </a:cubicBezTo>
                <a:cubicBezTo>
                  <a:pt x="1545362" y="5623105"/>
                  <a:pt x="1566421" y="5707755"/>
                  <a:pt x="1449547" y="5688706"/>
                </a:cubicBezTo>
                <a:cubicBezTo>
                  <a:pt x="1440924" y="5679974"/>
                  <a:pt x="1400761" y="5688841"/>
                  <a:pt x="1402626" y="5700774"/>
                </a:cubicBezTo>
                <a:cubicBezTo>
                  <a:pt x="1392870" y="5697068"/>
                  <a:pt x="1337631" y="5660758"/>
                  <a:pt x="1335214" y="5679873"/>
                </a:cubicBezTo>
                <a:cubicBezTo>
                  <a:pt x="1286051" y="5682126"/>
                  <a:pt x="1269252" y="5684370"/>
                  <a:pt x="1225455" y="5660854"/>
                </a:cubicBezTo>
                <a:cubicBezTo>
                  <a:pt x="1200065" y="5653433"/>
                  <a:pt x="1193050" y="5658167"/>
                  <a:pt x="1124535" y="5640512"/>
                </a:cubicBezTo>
                <a:cubicBezTo>
                  <a:pt x="1074869" y="5658037"/>
                  <a:pt x="1065109" y="5620631"/>
                  <a:pt x="1001579" y="5645690"/>
                </a:cubicBezTo>
                <a:cubicBezTo>
                  <a:pt x="968866" y="5644152"/>
                  <a:pt x="915075" y="5652264"/>
                  <a:pt x="890113" y="5634869"/>
                </a:cubicBezTo>
                <a:cubicBezTo>
                  <a:pt x="851171" y="5707228"/>
                  <a:pt x="792528" y="5631332"/>
                  <a:pt x="751212" y="5632903"/>
                </a:cubicBezTo>
                <a:cubicBezTo>
                  <a:pt x="691335" y="5636083"/>
                  <a:pt x="568956" y="5618959"/>
                  <a:pt x="520176" y="5613716"/>
                </a:cubicBezTo>
                <a:cubicBezTo>
                  <a:pt x="501880" y="5615807"/>
                  <a:pt x="497009" y="5621722"/>
                  <a:pt x="458529" y="5601445"/>
                </a:cubicBezTo>
                <a:cubicBezTo>
                  <a:pt x="408382" y="5573457"/>
                  <a:pt x="359756" y="5556336"/>
                  <a:pt x="299969" y="5532287"/>
                </a:cubicBezTo>
                <a:cubicBezTo>
                  <a:pt x="284323" y="5483058"/>
                  <a:pt x="222426" y="5561728"/>
                  <a:pt x="220791" y="5508118"/>
                </a:cubicBezTo>
                <a:cubicBezTo>
                  <a:pt x="193797" y="5543566"/>
                  <a:pt x="143037" y="5488427"/>
                  <a:pt x="97480" y="5491517"/>
                </a:cubicBezTo>
                <a:cubicBezTo>
                  <a:pt x="88181" y="5467638"/>
                  <a:pt x="77725" y="5469169"/>
                  <a:pt x="59923" y="5482754"/>
                </a:cubicBezTo>
                <a:cubicBezTo>
                  <a:pt x="41690" y="5484890"/>
                  <a:pt x="22429" y="5482706"/>
                  <a:pt x="2649" y="5477471"/>
                </a:cubicBezTo>
                <a:lnTo>
                  <a:pt x="0" y="5476436"/>
                </a:lnTo>
                <a:lnTo>
                  <a:pt x="0" y="19227"/>
                </a:lnTo>
                <a:close/>
              </a:path>
            </a:pathLst>
          </a:cu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8276E914-D126-4153-AEBF-1B9B6361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4799" y="393769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81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10</Words>
  <Application>Microsoft Office PowerPoint</Application>
  <PresentationFormat>Widescreen</PresentationFormat>
  <Paragraphs>10</Paragraphs>
  <Slides>16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Meiryo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tarek abd elhamed  mohamed</dc:creator>
  <cp:lastModifiedBy>ahmed tarek abd elhamed  mohamed</cp:lastModifiedBy>
  <cp:revision>5</cp:revision>
  <dcterms:created xsi:type="dcterms:W3CDTF">2025-05-13T02:29:30Z</dcterms:created>
  <dcterms:modified xsi:type="dcterms:W3CDTF">2025-05-13T05:29:09Z</dcterms:modified>
</cp:coreProperties>
</file>